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212121"/>
                </a:solidFill>
                <a:latin typeface="Arial"/>
              </a:defRPr>
            </a:pPr>
            <a:r>
              <a:rPr sz="2000" b="0" i="0" u="none" strike="noStrike">
                <a:solidFill>
                  <a:srgbClr val="212121"/>
                </a:solidFill>
                <a:latin typeface="Arial"/>
              </a:rPr>
              <a:t>NVIDIA vs AMD Numerical Divergence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Divergence Rate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2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47A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FP32 Direct</c:v>
                  </c:pt>
                  <c:pt idx="1">
                    <c:v>FP64 Direct</c:v>
                  </c:pt>
                  <c:pt idx="2">
                    <c:v>FP64 HIPIFY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0.98</c:v>
                </c:pt>
                <c:pt idx="2">
                  <c:v>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200" u="none">
                  <a:solidFill>
                    <a:srgbClr val="2121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212121"/>
                </a:solidFill>
                <a:latin typeface="Arial"/>
              </a:defRPr>
            </a:pPr>
            <a:r>
              <a:rPr sz="2000" b="0" i="0" u="none" strike="noStrike">
                <a:solidFill>
                  <a:srgbClr val="212121"/>
                </a:solidFill>
                <a:latin typeface="Arial"/>
              </a:rPr>
              <a:t>gem5 vs Physical Vega 56: Simulation Error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(%)</c:v>
                </c:pt>
              </c:strCache>
            </c:strRef>
          </c:tx>
          <c:spPr>
            <a:solidFill>
              <a:srgbClr val="0D4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2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47A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Speedup (avg)</c:v>
                  </c:pt>
                  <c:pt idx="1">
                    <c:v>Speedup (worst)</c:v>
                  </c:pt>
                  <c:pt idx="2">
                    <c:v>Instr Count (avg)</c:v>
                  </c:pt>
                  <c:pt idx="3">
                    <c:v>Instr Count (worst)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200" u="none">
                  <a:solidFill>
                    <a:srgbClr val="2121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41148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49040"/>
            <a:ext cx="30275784" cy="3657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93613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Backend-Dependent Stability on Legacy HBM GPUs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9361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ROCm/HIP vs Vulkan on Vega/gfx900: residual paths, offload-layer semantics, and reproducible diagnosis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9361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Ito  |  AETS (Akatsuki Enterprise Technology Solutions)  |  aets-giken@hiroshima-aktk.com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9361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IEICE GNW-68  |  Kyushu Sangyo University  |  March 9, 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" cy="82296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17320" y="457200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7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&amp; Motivation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5577840"/>
            <a:ext cx="14497812" cy="3291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5577840"/>
            <a:ext cx="14497812" cy="3291840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support matrices exclude gfx900 in ROCm 7.2, but real systems can still execute through residual code and artifact paths.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and small labs, the key question is whether execution is possible, stable, and reproducible.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matched dual-backend testbed on the same Vega device to separate support policy, backend choice, and runtime behavior.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explain why "unsupported" and "unusable" are not the same statement.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9052560"/>
            <a:ext cx="822960" cy="82296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9052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417320" y="905256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7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457200" y="10058400"/>
            <a:ext cx="14497812" cy="27432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0058400"/>
            <a:ext cx="14497812" cy="2743200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Vega GPUs are often treated as categorically unsuitable for modern ROCm workloads.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 may be decided at different layers: distribution presets, build targets, init validation, backend macros, or runtime compute paths.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ask: is instability caused by Vega itself, or by a specific backend path under matched conditions?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12984480"/>
            <a:ext cx="822960" cy="82296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298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17320" y="1298448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 Work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457200" y="13990320"/>
            <a:ext cx="14497812" cy="64008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14127480"/>
            <a:ext cx="141320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Numerical Divergence (LLNL, arXiv:2410.09172)</a:t>
            </a:r>
            <a:endParaRPr lang="en-US" sz="2600" dirty="0"/>
          </a:p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self-contained tests expose cross-platform numeric differences.</a:t>
            </a:r>
            <a:endParaRPr lang="en-US" sz="26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31520" y="15179040"/>
          <a:ext cx="1394917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40080" y="18105120"/>
            <a:ext cx="141320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success does not guarantee equivalent behavior. This motivates backend-aware validation.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57200" y="20574000"/>
            <a:ext cx="14497812" cy="50292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0080" y="20711160"/>
            <a:ext cx="141320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gem5 Vega Modeling (Univ. of Wisconsin-Madison)</a:t>
            </a:r>
            <a:endParaRPr lang="en-US" sz="2600" dirty="0"/>
          </a:p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mode → GPUFS mode: real Linux kernel + unmodified amdkfd driver</a:t>
            </a:r>
            <a:endParaRPr lang="en-US" sz="26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731520" y="21762720"/>
          <a:ext cx="13949172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640080" y="24505920"/>
            <a:ext cx="141320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architecture is well-characterized in academic simulation, establishing credibility as a research platform.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457200" y="25786080"/>
            <a:ext cx="14497812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40080" y="25923240"/>
            <a:ext cx="141320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Support Matrices vs Residual Paths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0"/>
          <a:ext cx="14132052" cy="914400"/>
        </p:xfrm>
        <a:graphic>
          <a:graphicData uri="http://schemas.openxmlformats.org/drawingml/2006/table">
            <a:tbl>
              <a:tblPr/>
              <a:tblGrid>
                <a:gridCol w="3109051"/>
                <a:gridCol w="5935462"/>
                <a:gridCol w="508753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Observation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ROCm 7.2 matrix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gfx900 not listed, not officially guaranteed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Support status alone does not decide runtime possibility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Source / artifacts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__gfx900__ paths, hsaco artifacts, HIP library strings remain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Residual paths can still enable partial execution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Shape 27"/>
          <p:cNvSpPr/>
          <p:nvPr/>
        </p:nvSpPr>
        <p:spPr>
          <a:xfrm>
            <a:off x="15320772" y="4572000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3" name="Text 28"/>
          <p:cNvSpPr/>
          <p:nvPr/>
        </p:nvSpPr>
        <p:spPr>
          <a:xfrm>
            <a:off x="15320772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34" name="Text 29"/>
          <p:cNvSpPr/>
          <p:nvPr/>
        </p:nvSpPr>
        <p:spPr>
          <a:xfrm>
            <a:off x="16280892" y="457200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Challenges</a:t>
            </a:r>
            <a:endParaRPr lang="en-US" sz="3800" dirty="0"/>
          </a:p>
        </p:txBody>
      </p:sp>
      <p:sp>
        <p:nvSpPr>
          <p:cNvPr id="35" name="Shape 30"/>
          <p:cNvSpPr/>
          <p:nvPr/>
        </p:nvSpPr>
        <p:spPr>
          <a:xfrm>
            <a:off x="15320772" y="5577840"/>
            <a:ext cx="14497812" cy="3291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15320772" y="5577840"/>
            <a:ext cx="14497812" cy="3291840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gfx900 is excluded by current official support matrices and default build filters, yet some code and artifacts still retain gfx900 handling.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`num_gpu` is easily misread as GPU count; code tracing shows it actually means offloaded layers.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Vega GPU can succeed on ROCm/HIP and fail on Vulkan under the same model and prompt.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must be layer-by-layer and evidence-driven, not reduced to "legacy GPU bad".</a:t>
            </a:r>
            <a:endParaRPr lang="en-US" sz="2200" dirty="0"/>
          </a:p>
        </p:txBody>
      </p:sp>
      <p:sp>
        <p:nvSpPr>
          <p:cNvPr id="37" name="Shape 32"/>
          <p:cNvSpPr/>
          <p:nvPr/>
        </p:nvSpPr>
        <p:spPr>
          <a:xfrm>
            <a:off x="15320772" y="9052560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8" name="Text 33"/>
          <p:cNvSpPr/>
          <p:nvPr/>
        </p:nvSpPr>
        <p:spPr>
          <a:xfrm>
            <a:off x="15320772" y="9052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39" name="Text 34"/>
          <p:cNvSpPr/>
          <p:nvPr/>
        </p:nvSpPr>
        <p:spPr>
          <a:xfrm>
            <a:off x="16280892" y="905256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Evidence-First Investigation Strategy</a:t>
            </a:r>
            <a:endParaRPr lang="en-US" sz="3800" dirty="0"/>
          </a:p>
        </p:txBody>
      </p:sp>
      <p:sp>
        <p:nvSpPr>
          <p:cNvPr id="40" name="Shape 35"/>
          <p:cNvSpPr/>
          <p:nvPr/>
        </p:nvSpPr>
        <p:spPr>
          <a:xfrm>
            <a:off x="15320772" y="10058400"/>
            <a:ext cx="14497812" cy="51206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6"/>
          <p:cNvSpPr/>
          <p:nvPr/>
        </p:nvSpPr>
        <p:spPr>
          <a:xfrm>
            <a:off x="15503652" y="10149840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Layers</a:t>
            </a:r>
            <a:endParaRPr lang="en-US" sz="26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10698480"/>
          <a:ext cx="14132052" cy="914400"/>
        </p:xfrm>
        <a:graphic>
          <a:graphicData uri="http://schemas.openxmlformats.org/drawingml/2006/table">
            <a:tbl>
              <a:tblPr/>
              <a:tblGrid>
                <a:gridCol w="2543769"/>
                <a:gridCol w="6359423"/>
                <a:gridCol w="522885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Intervention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L1: Distribution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/ Build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Inspect support matrix, presets, target filters, installed artifacts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Locate where gfx900 is blocked, allowed, or only partially retained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L2: API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Semantics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Trace `num_gpu` through client → server → runner → llama.cpp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Fix interpretation: offloaded layers, not GPU count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D47A1"/>
                          </a:solidFill>
                        </a:rPr>
                        <a:t>L3: Runtime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D47A1"/>
                          </a:solidFill>
                        </a:rPr>
                        <a:t>Comparison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Run matched ROCm (:11435) and Vulkan (:11434) tests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Isolate backend-specific failure modes on identical hardware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L4: Evidence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Capture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Structured work logs, journal traces, backend probes, rocm-smi, ollama ps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Localize crashes and make claims reproducible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Text 37"/>
          <p:cNvSpPr/>
          <p:nvPr/>
        </p:nvSpPr>
        <p:spPr>
          <a:xfrm>
            <a:off x="15503652" y="14447520"/>
            <a:ext cx="141320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prioritizes falsifiable diagnosis and reproducibility over optimistic one-off success.</a:t>
            </a:r>
            <a:endParaRPr lang="en-US" sz="2200" dirty="0"/>
          </a:p>
        </p:txBody>
      </p:sp>
      <p:sp>
        <p:nvSpPr>
          <p:cNvPr id="44" name="Shape 38"/>
          <p:cNvSpPr/>
          <p:nvPr/>
        </p:nvSpPr>
        <p:spPr>
          <a:xfrm>
            <a:off x="15320772" y="15361920"/>
            <a:ext cx="822960" cy="82296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45" name="Text 39"/>
          <p:cNvSpPr/>
          <p:nvPr/>
        </p:nvSpPr>
        <p:spPr>
          <a:xfrm>
            <a:off x="15320772" y="15361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46" name="Text 40"/>
          <p:cNvSpPr/>
          <p:nvPr/>
        </p:nvSpPr>
        <p:spPr>
          <a:xfrm>
            <a:off x="16280892" y="1536192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Experimental Results</a:t>
            </a:r>
            <a:endParaRPr lang="en-US" sz="3800" dirty="0"/>
          </a:p>
        </p:txBody>
      </p:sp>
      <p:sp>
        <p:nvSpPr>
          <p:cNvPr id="47" name="Shape 41"/>
          <p:cNvSpPr/>
          <p:nvPr/>
        </p:nvSpPr>
        <p:spPr>
          <a:xfrm>
            <a:off x="15320772" y="16367760"/>
            <a:ext cx="14497812" cy="2560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Text 42"/>
          <p:cNvSpPr/>
          <p:nvPr/>
        </p:nvSpPr>
        <p:spPr>
          <a:xfrm>
            <a:off x="15503652" y="16459200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Environment</a:t>
            </a:r>
            <a:endParaRPr lang="en-US" sz="24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16962120"/>
          <a:ext cx="14132052" cy="914400"/>
        </p:xfrm>
        <a:graphic>
          <a:graphicData uri="http://schemas.openxmlformats.org/drawingml/2006/table">
            <a:tbl>
              <a:tblPr/>
              <a:tblGrid>
                <a:gridCol w="3109051"/>
                <a:gridCol w="11023001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GPU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AMD Radeon RX Vega 56 (gfx900), 8 GB HBM2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OS / Kernel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EndeavourOS, Kernel 6.12.74-1-lts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ROCm path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Ollama 0.17.5 via :11435, library=ROCm, libggml-hip.so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Vulkan path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Ollama 0.17.4 via :11434, library=Vulkan, same model/prompt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Shape 43"/>
          <p:cNvSpPr/>
          <p:nvPr/>
        </p:nvSpPr>
        <p:spPr>
          <a:xfrm>
            <a:off x="15320772" y="19110960"/>
            <a:ext cx="14497812" cy="50292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Text 44"/>
          <p:cNvSpPr/>
          <p:nvPr/>
        </p:nvSpPr>
        <p:spPr>
          <a:xfrm>
            <a:off x="15503652" y="19202400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Matched-Condition Verification Results</a:t>
            </a:r>
            <a:endParaRPr lang="en-US" sz="24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19705320"/>
          <a:ext cx="14132052" cy="914400"/>
        </p:xfrm>
        <a:graphic>
          <a:graphicData uri="http://schemas.openxmlformats.org/drawingml/2006/table">
            <a:tbl>
              <a:tblPr/>
              <a:tblGrid>
                <a:gridCol w="1978487"/>
                <a:gridCol w="2826410"/>
                <a:gridCol w="7066026"/>
                <a:gridCol w="141320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Verification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1. Support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Gate Check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Matrix / preset / artifact review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gfx900 excluded from official matrix, but residual code and artifacts remain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2. API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Semantics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`num_gpu` meaning trace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client → server → llama.cpp shows offloaded layers, not GPU count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3. ROCm/HIP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Run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qwen3.5:2b, num_gpu=0,1,2,-1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All conditions succeeded under matched conditions (46-49s each)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4. Vulkan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Run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Same model and parameters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num_gpu=0 ok; num_gpu&gt;=1 returned HTTP 500 (SIGSEGV)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FAIL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5. Crash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Localization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journal / stack trace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Load completed; SIGSEGV in computeBatch after runner start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71C1C"/>
                          </a:solidFill>
                        </a:rPr>
                        <a:t>FAIL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71C1C"/>
                          </a:solidFill>
                        </a:rPr>
                        <a:t>(Vulkan)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Shape 45"/>
          <p:cNvSpPr/>
          <p:nvPr/>
        </p:nvSpPr>
        <p:spPr>
          <a:xfrm>
            <a:off x="15320772" y="24323040"/>
            <a:ext cx="14497812" cy="3657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Text 46"/>
          <p:cNvSpPr/>
          <p:nvPr/>
        </p:nvSpPr>
        <p:spPr>
          <a:xfrm>
            <a:off x="15503652" y="24414480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Diagnosis</a:t>
            </a:r>
            <a:endParaRPr lang="en-US" sz="24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24917400"/>
          <a:ext cx="14132052" cy="914400"/>
        </p:xfrm>
        <a:graphic>
          <a:graphicData uri="http://schemas.openxmlformats.org/drawingml/2006/table">
            <a:tbl>
              <a:tblPr/>
              <a:tblGrid>
                <a:gridCol w="3109051"/>
                <a:gridCol w="5652821"/>
                <a:gridCol w="53701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Expected Evidence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Observed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Vega is generally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unusable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Both backends should fail on the same GPU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Contradicted by ROCm/HIP success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`num_gpu` means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GPU count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Failure should imply multi-GPU entry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Contradicted by code trace: it means offloaded layers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Vulkan compute</a:t>
                      </a:r>
                      <a:endParaRPr lang="en-US" sz="2000" dirty="0"/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path instability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Load completes; crash occurs after runner start in compute stack</a:t>
                      </a:r>
                      <a:endParaRPr lang="en-US" sz="2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B71C1C"/>
                          </a:solidFill>
                        </a:rPr>
                        <a:t>MATCH</a:t>
                      </a:r>
                      <a:endParaRPr lang="en-US" sz="2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Shape 47"/>
          <p:cNvSpPr/>
          <p:nvPr/>
        </p:nvSpPr>
        <p:spPr>
          <a:xfrm>
            <a:off x="15320772" y="28163520"/>
            <a:ext cx="14497812" cy="2560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Text 48"/>
          <p:cNvSpPr/>
          <p:nvPr/>
        </p:nvSpPr>
        <p:spPr>
          <a:xfrm>
            <a:off x="15503652" y="28254960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gfx900 Still Works Sometimes</a:t>
            </a:r>
            <a:endParaRPr lang="en-US" sz="2400" dirty="0"/>
          </a:p>
        </p:txBody>
      </p:sp>
      <p:sp>
        <p:nvSpPr>
          <p:cNvPr id="58" name="Text 49"/>
          <p:cNvSpPr/>
          <p:nvPr/>
        </p:nvSpPr>
        <p:spPr>
          <a:xfrm>
            <a:off x="15503652" y="28757880"/>
            <a:ext cx="14132052" cy="182880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7.2 excludes gfx900 from official support, but changelog says </a:t>
            </a:r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longer built by default"</a:t>
            </a:r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</a:t>
            </a:r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"forbidden."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local ROCm install, gfx900 hsaco artifacts and `libggml-hip.so` strings were still present.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means unguaranteed and untested, not necessarily impossible to execute.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explains why ROCm/HIP can run while Vulkan still fails on the same Vega card.</a:t>
            </a:r>
            <a:endParaRPr lang="en-US" sz="2000" dirty="0"/>
          </a:p>
        </p:txBody>
      </p:sp>
      <p:sp>
        <p:nvSpPr>
          <p:cNvPr id="59" name="Shape 50"/>
          <p:cNvSpPr/>
          <p:nvPr/>
        </p:nvSpPr>
        <p:spPr>
          <a:xfrm>
            <a:off x="457200" y="31181040"/>
            <a:ext cx="29361384" cy="45720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60" name="Shape 51"/>
          <p:cNvSpPr/>
          <p:nvPr/>
        </p:nvSpPr>
        <p:spPr>
          <a:xfrm>
            <a:off x="731520" y="31363920"/>
            <a:ext cx="822960" cy="82296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61" name="Text 52"/>
          <p:cNvSpPr/>
          <p:nvPr/>
        </p:nvSpPr>
        <p:spPr>
          <a:xfrm>
            <a:off x="731520" y="31363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62" name="Text 53"/>
          <p:cNvSpPr/>
          <p:nvPr/>
        </p:nvSpPr>
        <p:spPr>
          <a:xfrm>
            <a:off x="1691640" y="31363920"/>
            <a:ext cx="2785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Takeaway &amp; Key Messages</a:t>
            </a:r>
            <a:endParaRPr lang="en-US" sz="3800" dirty="0"/>
          </a:p>
        </p:txBody>
      </p:sp>
      <p:sp>
        <p:nvSpPr>
          <p:cNvPr id="63" name="Shape 54"/>
          <p:cNvSpPr/>
          <p:nvPr/>
        </p:nvSpPr>
        <p:spPr>
          <a:xfrm>
            <a:off x="731520" y="32461200"/>
            <a:ext cx="9421368" cy="2926080"/>
          </a:xfrm>
          <a:prstGeom prst="rect">
            <a:avLst/>
          </a:prstGeom>
          <a:solidFill>
            <a:srgbClr val="EEEEEE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64" name="Shape 55"/>
          <p:cNvSpPr/>
          <p:nvPr/>
        </p:nvSpPr>
        <p:spPr>
          <a:xfrm>
            <a:off x="731520" y="32461200"/>
            <a:ext cx="9421368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5" name="Text 56"/>
          <p:cNvSpPr/>
          <p:nvPr/>
        </p:nvSpPr>
        <p:spPr>
          <a:xfrm>
            <a:off x="914400" y="32644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66" name="Text 57"/>
          <p:cNvSpPr/>
          <p:nvPr/>
        </p:nvSpPr>
        <p:spPr>
          <a:xfrm>
            <a:off x="1463040" y="32644080"/>
            <a:ext cx="8506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Status ≠ Execution Reality</a:t>
            </a:r>
            <a:endParaRPr lang="en-US" sz="2600" dirty="0"/>
          </a:p>
        </p:txBody>
      </p:sp>
      <p:sp>
        <p:nvSpPr>
          <p:cNvPr id="67" name="Text 58"/>
          <p:cNvSpPr/>
          <p:nvPr/>
        </p:nvSpPr>
        <p:spPr>
          <a:xfrm>
            <a:off x="1005840" y="33284160"/>
            <a:ext cx="8872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exclusion does not imply absolute impossibility. Residual code paths, build targets, and shipped artifacts can still make gfx900 partially executable.</a:t>
            </a:r>
            <a:endParaRPr lang="en-US" sz="2200" dirty="0"/>
          </a:p>
        </p:txBody>
      </p:sp>
      <p:sp>
        <p:nvSpPr>
          <p:cNvPr id="68" name="Shape 59"/>
          <p:cNvSpPr/>
          <p:nvPr/>
        </p:nvSpPr>
        <p:spPr>
          <a:xfrm>
            <a:off x="10427208" y="32461200"/>
            <a:ext cx="9421368" cy="2926080"/>
          </a:xfrm>
          <a:prstGeom prst="rect">
            <a:avLst/>
          </a:prstGeom>
          <a:solidFill>
            <a:srgbClr val="EEEEEE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10427208" y="32461200"/>
            <a:ext cx="9421368" cy="7315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70" name="Text 61"/>
          <p:cNvSpPr/>
          <p:nvPr/>
        </p:nvSpPr>
        <p:spPr>
          <a:xfrm>
            <a:off x="10610088" y="32644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71" name="Text 62"/>
          <p:cNvSpPr/>
          <p:nvPr/>
        </p:nvSpPr>
        <p:spPr>
          <a:xfrm>
            <a:off x="11158728" y="32644080"/>
            <a:ext cx="8506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Choice Dominates Stability</a:t>
            </a:r>
            <a:endParaRPr lang="en-US" sz="2600" dirty="0"/>
          </a:p>
        </p:txBody>
      </p:sp>
      <p:sp>
        <p:nvSpPr>
          <p:cNvPr id="72" name="Text 63"/>
          <p:cNvSpPr/>
          <p:nvPr/>
        </p:nvSpPr>
        <p:spPr>
          <a:xfrm>
            <a:off x="10701528" y="33284160"/>
            <a:ext cx="8872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Vega/gfx900 device and the same model, ROCm/HIP passed fixed tests that Vulkan failed once GPU offload was enabled.</a:t>
            </a:r>
            <a:endParaRPr lang="en-US" sz="2200" dirty="0"/>
          </a:p>
        </p:txBody>
      </p:sp>
      <p:sp>
        <p:nvSpPr>
          <p:cNvPr id="73" name="Shape 64"/>
          <p:cNvSpPr/>
          <p:nvPr/>
        </p:nvSpPr>
        <p:spPr>
          <a:xfrm>
            <a:off x="20122896" y="32461200"/>
            <a:ext cx="9421368" cy="2926080"/>
          </a:xfrm>
          <a:prstGeom prst="rect">
            <a:avLst/>
          </a:prstGeom>
          <a:solidFill>
            <a:srgbClr val="EEEEEE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74" name="Shape 65"/>
          <p:cNvSpPr/>
          <p:nvPr/>
        </p:nvSpPr>
        <p:spPr>
          <a:xfrm>
            <a:off x="20122896" y="32461200"/>
            <a:ext cx="9421368" cy="731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5" name="Text 66"/>
          <p:cNvSpPr/>
          <p:nvPr/>
        </p:nvSpPr>
        <p:spPr>
          <a:xfrm>
            <a:off x="20305776" y="32644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76" name="Text 67"/>
          <p:cNvSpPr/>
          <p:nvPr/>
        </p:nvSpPr>
        <p:spPr>
          <a:xfrm>
            <a:off x="20854416" y="32644080"/>
            <a:ext cx="8506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Before Claims</a:t>
            </a:r>
            <a:endParaRPr lang="en-US" sz="2600" dirty="0"/>
          </a:p>
        </p:txBody>
      </p:sp>
      <p:sp>
        <p:nvSpPr>
          <p:cNvPr id="77" name="Text 68"/>
          <p:cNvSpPr/>
          <p:nvPr/>
        </p:nvSpPr>
        <p:spPr>
          <a:xfrm>
            <a:off x="20397216" y="33284160"/>
            <a:ext cx="8872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matrices, code tracing, and matched work logs are necessary before declaring a legacy GPU "dead" or claiming a backend is stable.</a:t>
            </a:r>
            <a:endParaRPr lang="en-US" sz="2200" dirty="0"/>
          </a:p>
        </p:txBody>
      </p:sp>
      <p:sp>
        <p:nvSpPr>
          <p:cNvPr id="78" name="Text 69"/>
          <p:cNvSpPr/>
          <p:nvPr/>
        </p:nvSpPr>
        <p:spPr>
          <a:xfrm>
            <a:off x="457200" y="42162984"/>
            <a:ext cx="29361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≠ Impossible.  |  Legacy ≠ Poor.  |  Backend choice matters.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Backend-Dependent Stability on Legacy HBM GPUs</dc:title>
  <dc:subject>PptxGenJS Presentation</dc:subject>
  <dc:creator>Akira Ito</dc:creator>
  <cp:lastModifiedBy>Akira Ito</cp:lastModifiedBy>
  <cp:revision>1</cp:revision>
  <dcterms:created xsi:type="dcterms:W3CDTF">2026-03-08T03:36:45Z</dcterms:created>
  <dcterms:modified xsi:type="dcterms:W3CDTF">2026-03-08T03:36:45Z</dcterms:modified>
</cp:coreProperties>
</file>