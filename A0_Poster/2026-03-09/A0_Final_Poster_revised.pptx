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6"/>
    <p:restoredTop sz="94610"/>
  </p:normalViewPr>
  <p:slideViewPr>
    <p:cSldViewPr snapToGrid="0" snapToObjects="1">
      <p:cViewPr>
        <p:scale>
          <a:sx n="119" d="100"/>
          <a:sy n="119" d="100"/>
        </p:scale>
        <p:origin x="-7856" y="-5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08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1148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3749040"/>
            <a:ext cx="30275784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293613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Backend-Dependent Stability on Legacy HBM GPUs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9361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ROCm/HIP vs Vulkan on Vega/gfx900: residual paths, offload-layer semantics, and reproducible diagnosis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9361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Ito  |  AETS (Akatsuki Enterprise Technology Solutions)  |  aets-giken@hiroshima-aktk.com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9361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IEICE GNW-68  |  Kyushu Sangyo University  |  March 9, 2026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822960" cy="822960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17320" y="457200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7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Motivation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5577840"/>
            <a:ext cx="14497812" cy="329184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5792724"/>
            <a:ext cx="14497812" cy="297180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support matrices not listed gfx900 in ROCm 7.2, but real systems can still execute through residual code and artifact paths.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and small labs, the key question is whether execution is possible, stable, and reproducible.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matched dual-backend testbed on the same Vega device to separate support policy, backend choice, and runtime behavior.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explain why "unsupported" and "unusable" are not the same statement.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9052560"/>
            <a:ext cx="822960" cy="822960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7200" y="9052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17320" y="905256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71C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457200" y="10058400"/>
            <a:ext cx="14497812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6629" y="10241280"/>
            <a:ext cx="14497812" cy="274320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Vega GPUs are often treated as categorically unsuitable for modern ROCm workloads.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 may be decided at different layers: distribution presets, build targets, init validation, backend macros, or runtime compute paths.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ask: is instability caused by Vega itself, or by a specific backend path under matched conditions?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12984480"/>
            <a:ext cx="822960" cy="8229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57200" y="1298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17320" y="12984480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Confirmed Facts from Investigation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457200" y="13990320"/>
            <a:ext cx="14497812" cy="594360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14127480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gfx900 Gate Matrix (repo: work_log/investigations/gfx900_gate_matrix.md)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721840"/>
          <a:ext cx="14132052" cy="4709160"/>
        </p:xfrm>
        <a:graphic>
          <a:graphicData uri="http://schemas.openxmlformats.org/drawingml/2006/table">
            <a:tbl>
              <a:tblPr/>
              <a:tblGrid>
                <a:gridCol w="282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Current handling of gfx900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Blocks / Allows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Official matrix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(ROCm 7.2)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gfx900 not listed in GPU target list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B71C1C"/>
                          </a:solidFill>
                        </a:rPr>
                        <a:t>Blocks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B71C1C"/>
                          </a:solidFill>
                        </a:rPr>
                        <a:t>(official scope)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CMake filter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(ollama)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Default regex excludes gfx900; manual override possible via AMDGPU_TARGETS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Blocks default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/ Allows manual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rocBLAS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artifacts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Kernels.so-000-gfx900.hsaco found in /usr/lib/ollama/rocblas/library/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5E20"/>
                          </a:solidFill>
                        </a:rPr>
                        <a:t>Allows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Runner init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validation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Deep init probe (GGML_CUDA_INIT=1): gfx900 recognized as valid agent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5E20"/>
                          </a:solidFill>
                        </a:rPr>
                        <a:t>Allows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Source macros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(hip.h, common.cuh)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__gfx900__ → GCN5 classification retained; dp4a path exists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5E20"/>
                          </a:solidFill>
                        </a:rPr>
                        <a:t>Allows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Runtime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execution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ROCm/HIP: all num_gpu values OK. Vulkan: SIGSEGV when num_gpu&gt;=1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Backend-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dependent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20116800"/>
            <a:ext cx="14497812" cy="411480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640080" y="20253960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num_gpu Semantics Trace (repo: work_log/investigations/numgpu_semantics_trace.md)</a:t>
            </a:r>
            <a:endParaRPr lang="en-US" sz="24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848320"/>
          <a:ext cx="14132052" cy="2926080"/>
        </p:xfrm>
        <a:graphic>
          <a:graphicData uri="http://schemas.openxmlformats.org/drawingml/2006/table">
            <a:tbl>
              <a:tblPr/>
              <a:tblGrid>
                <a:gridCol w="282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Code location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Python client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ollama-python/_types.py:109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Load-time option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Ollama CLI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cmd/interactive.go:112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"number of layers sent to GPU"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Server assign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llm/server.go:992,1063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requestedLayers = NumGPU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Runner bridge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llama/llama.go:266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cparams.n_gpu_layers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</a:rPr>
                        <a:t>llama.cpp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</a:rPr>
                        <a:t>include/llama.h:289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</a:rPr>
                        <a:t>"layers stored in VRAM"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640080" y="23797259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num_gpu is offloaded layer count, NOT GPU device count. num_gpu&gt;=2 does not imply multi-GPU.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457200" y="24414479"/>
            <a:ext cx="14497812" cy="4517135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5"/>
          <p:cNvSpPr/>
          <p:nvPr/>
        </p:nvSpPr>
        <p:spPr>
          <a:xfrm>
            <a:off x="640080" y="24551640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Related Literature (cited, not reproduced in this repo)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548640" y="25054560"/>
            <a:ext cx="14223492" cy="3108960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LLNL differential testing (arXiv:2410.09172): 600K+ auto-generated kernels showed FP32 divergence ~9% between NVIDIA V100 and AMD MI250. Root causes: vendor-specific math libraries, compiler flags, HIPIFY artifacts. Motivates our backend-aware validation approach.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gem5 Vega modeling (Univ. Wisconsin-Madison): GPUFS mode runs real Linux kernel + unmodified amdkfd driver. Validated against physical Vega 56 with avg 6% error. Establishes Vega as academically credible.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SDMA workarounds (AMD docs + LUMI reports): HSA_ENABLE_SDMA=0 bypasses faulty DMA with Blit kernel fallback (~80% bandwidth). HSA_OVERRIDE_GFX_VERSION enables unsupported GPU execution — the override used in our experiments.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external references. All claims in this poster are based solely on repo-internal evidence (Sections 3A, 3B, 6).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457200" y="29205935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8"/>
          <p:cNvSpPr/>
          <p:nvPr/>
        </p:nvSpPr>
        <p:spPr>
          <a:xfrm>
            <a:off x="457200" y="29205935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33" name="Text 29"/>
          <p:cNvSpPr/>
          <p:nvPr/>
        </p:nvSpPr>
        <p:spPr>
          <a:xfrm>
            <a:off x="1417320" y="29205935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Challenges</a:t>
            </a:r>
            <a:endParaRPr lang="en-US" sz="3800" dirty="0"/>
          </a:p>
        </p:txBody>
      </p:sp>
      <p:sp>
        <p:nvSpPr>
          <p:cNvPr id="34" name="Shape 30"/>
          <p:cNvSpPr/>
          <p:nvPr/>
        </p:nvSpPr>
        <p:spPr>
          <a:xfrm>
            <a:off x="457200" y="30083759"/>
            <a:ext cx="14497812" cy="2359153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1"/>
          <p:cNvSpPr/>
          <p:nvPr/>
        </p:nvSpPr>
        <p:spPr>
          <a:xfrm>
            <a:off x="548640" y="30303215"/>
            <a:ext cx="14497812" cy="1719072"/>
          </a:xfrm>
          <a:prstGeom prst="rect">
            <a:avLst/>
          </a:prstGeom>
          <a:noFill/>
          <a:ln/>
        </p:spPr>
        <p:txBody>
          <a:bodyPr wrap="square" lIns="1270" tIns="5080" rIns="2540" bIns="127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gfx900 excluded by official matrices and default build filters, yet residual code and artifacts still retain gfx900 handling.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`num_gpu` is easily misread as GPU count; our code trace confirms it means offloaded layers.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Vega GPU can succeed on ROCm/HIP and fail on Vulkan under the same model and prompt.</a:t>
            </a:r>
            <a:endParaRPr lang="en-US" sz="2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must be layer-by-layer and evidence-driven, not reduced to "legacy GPU bad".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15137606" y="4579901"/>
            <a:ext cx="822960" cy="82296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3"/>
          <p:cNvSpPr/>
          <p:nvPr/>
        </p:nvSpPr>
        <p:spPr>
          <a:xfrm>
            <a:off x="15137606" y="4579901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38" name="Text 34"/>
          <p:cNvSpPr/>
          <p:nvPr/>
        </p:nvSpPr>
        <p:spPr>
          <a:xfrm>
            <a:off x="16097726" y="4579901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Evidence-First Investigation Strategy</a:t>
            </a:r>
            <a:endParaRPr lang="en-US" sz="3800" dirty="0"/>
          </a:p>
        </p:txBody>
      </p:sp>
      <p:sp>
        <p:nvSpPr>
          <p:cNvPr id="39" name="Shape 35"/>
          <p:cNvSpPr/>
          <p:nvPr/>
        </p:nvSpPr>
        <p:spPr>
          <a:xfrm>
            <a:off x="15137606" y="5585740"/>
            <a:ext cx="14497812" cy="5329311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6"/>
          <p:cNvSpPr/>
          <p:nvPr/>
        </p:nvSpPr>
        <p:spPr>
          <a:xfrm>
            <a:off x="15320486" y="5677181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Layers</a:t>
            </a:r>
            <a:endParaRPr lang="en-US" sz="2600" dirty="0"/>
          </a:p>
        </p:txBody>
      </p:sp>
      <p:graphicFrame>
        <p:nvGraphicFramePr>
          <p:cNvPr id="4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27269"/>
              </p:ext>
            </p:extLst>
          </p:nvPr>
        </p:nvGraphicFramePr>
        <p:xfrm>
          <a:off x="15320486" y="6225821"/>
          <a:ext cx="14132051" cy="4069080"/>
        </p:xfrm>
        <a:graphic>
          <a:graphicData uri="http://schemas.openxmlformats.org/drawingml/2006/table">
            <a:tbl>
              <a:tblPr/>
              <a:tblGrid>
                <a:gridCol w="2543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9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8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Intervention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L1: Distribution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/ Build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Inspect support matrix, presets, target filters, installed artifacts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Locate where gfx900 is blocked, allowed, or only partially retained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L2: API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Semantics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Trace num_gpu through client → server → runner → llama.cpp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Fix interpretation: offloaded layers, not GPU count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D47A1"/>
                          </a:solidFill>
                        </a:rPr>
                        <a:t>L3: Runtime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D47A1"/>
                          </a:solidFill>
                        </a:rPr>
                        <a:t>Comparison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Run matched ROCm (:11435) and Vulkan (:11434) tests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Isolate backend-specific failure modes on identical hardware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L4: Evidence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Capture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Structured work logs, journal traces, backend probes, rocm-smi, ollama ps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Localize crashes and make claims reproducible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Text 37"/>
          <p:cNvSpPr/>
          <p:nvPr/>
        </p:nvSpPr>
        <p:spPr>
          <a:xfrm>
            <a:off x="15320486" y="10330656"/>
            <a:ext cx="141320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prioritizes falsifiable diagnosis and reproducibility over optimistic one-off success.</a:t>
            </a:r>
            <a:endParaRPr lang="en-US" sz="2200" dirty="0"/>
          </a:p>
        </p:txBody>
      </p:sp>
      <p:sp>
        <p:nvSpPr>
          <p:cNvPr id="43" name="Shape 38"/>
          <p:cNvSpPr/>
          <p:nvPr/>
        </p:nvSpPr>
        <p:spPr>
          <a:xfrm>
            <a:off x="15091601" y="11189372"/>
            <a:ext cx="822960" cy="82296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9"/>
          <p:cNvSpPr/>
          <p:nvPr/>
        </p:nvSpPr>
        <p:spPr>
          <a:xfrm>
            <a:off x="15091601" y="111893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45" name="Text 40"/>
          <p:cNvSpPr/>
          <p:nvPr/>
        </p:nvSpPr>
        <p:spPr>
          <a:xfrm>
            <a:off x="16051721" y="11189372"/>
            <a:ext cx="13537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Experimental Results</a:t>
            </a:r>
            <a:endParaRPr lang="en-US" sz="3800" dirty="0"/>
          </a:p>
        </p:txBody>
      </p:sp>
      <p:sp>
        <p:nvSpPr>
          <p:cNvPr id="46" name="Shape 41"/>
          <p:cNvSpPr/>
          <p:nvPr/>
        </p:nvSpPr>
        <p:spPr>
          <a:xfrm>
            <a:off x="15091601" y="12195212"/>
            <a:ext cx="14497812" cy="336804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2"/>
          <p:cNvSpPr/>
          <p:nvPr/>
        </p:nvSpPr>
        <p:spPr>
          <a:xfrm>
            <a:off x="15274481" y="12286652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Environment</a:t>
            </a:r>
            <a:endParaRPr lang="en-US" sz="2400" dirty="0"/>
          </a:p>
        </p:txBody>
      </p:sp>
      <p:graphicFrame>
        <p:nvGraphicFramePr>
          <p:cNvPr id="4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30399"/>
              </p:ext>
            </p:extLst>
          </p:nvPr>
        </p:nvGraphicFramePr>
        <p:xfrm>
          <a:off x="15274481" y="12789572"/>
          <a:ext cx="14132052" cy="2773680"/>
        </p:xfrm>
        <a:graphic>
          <a:graphicData uri="http://schemas.openxmlformats.org/drawingml/2006/table">
            <a:tbl>
              <a:tblPr/>
              <a:tblGrid>
                <a:gridCol w="3109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GPU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AMD Radeon RX Vega 56 (gfx900), 8 GB HBM2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OS / Kernel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EndeavourOS, </a:t>
                      </a:r>
                      <a:r>
                        <a:rPr lang="en-US" sz="2000">
                          <a:solidFill>
                            <a:srgbClr val="212121"/>
                          </a:solidFill>
                        </a:rPr>
                        <a:t>Kernel 6.18.16-1-lts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ROCm path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Ollama 0.17.5 via :11435, library=ROCm, libggml-hip.so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Vulkan path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Ollama 0.17.4 via :11434, library=Vulkan, same model/prompt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Override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HSA_OVERRIDE_GFX_VERSION=9.0.0 (ROCm service only)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Note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Vulkan=0.17.4 vs ROCm=0.17.5: version difference is inherent to the dual-install; both tested as-shipped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Shape 43"/>
          <p:cNvSpPr/>
          <p:nvPr/>
        </p:nvSpPr>
        <p:spPr>
          <a:xfrm>
            <a:off x="15091601" y="16029984"/>
            <a:ext cx="14497812" cy="5293987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4"/>
          <p:cNvSpPr/>
          <p:nvPr/>
        </p:nvSpPr>
        <p:spPr>
          <a:xfrm>
            <a:off x="15274481" y="16137683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Matched-Condition Results (qwen3.5:2b, NUM_PREDICT=512)</a:t>
            </a:r>
            <a:endParaRPr lang="en-US" sz="2400" dirty="0"/>
          </a:p>
        </p:txBody>
      </p:sp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36317"/>
              </p:ext>
            </p:extLst>
          </p:nvPr>
        </p:nvGraphicFramePr>
        <p:xfrm>
          <a:off x="15274481" y="16640603"/>
          <a:ext cx="14132052" cy="2651760"/>
        </p:xfrm>
        <a:graphic>
          <a:graphicData uri="http://schemas.openxmlformats.org/drawingml/2006/table">
            <a:tbl>
              <a:tblPr/>
              <a:tblGrid>
                <a:gridCol w="282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2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num_gpu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ROCm (:11435)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run_20260307_012643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Vulkan (:11434)</a:t>
                      </a:r>
                      <a:endParaRPr lang="en-US" sz="1800" dirty="0"/>
                    </a:p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run_20260307_013050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0 (CPU only)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  (46.7s, eval_count=512)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  (48.7s, eval_count=512)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FAIL  (HTTP 500, SIGSEGV)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  (47.7s, eval_count=512)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FAIL  (HTTP 500, SIGSEGV)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12121"/>
                          </a:solidFill>
                        </a:rPr>
                        <a:t>-1 (all layers)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OK  (44.3s, eval_count=512)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</a:rPr>
                        <a:t>FAIL  (HTTP 500, SIGSEGV)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Text 45"/>
          <p:cNvSpPr/>
          <p:nvPr/>
        </p:nvSpPr>
        <p:spPr>
          <a:xfrm>
            <a:off x="15274481" y="19246643"/>
            <a:ext cx="141320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succeeded with num_gpu=0 (no GPU offload). Failures occurred only when num_gpu&gt;=1 (GPU compute path active). </a:t>
            </a:r>
            <a:r>
              <a:rPr lang="en-US" sz="2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results are within this tested scope (single model, short fixed runs); broader workloads may differ.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dependency observed: tinyllama succeeded on Vulkan in earlier tests (run_20260307_003423, 20/20 OK); qwen3.5:2b triggers the SIGSEGV. </a:t>
            </a:r>
            <a:r>
              <a:rPr lang="en-US" sz="2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num_gpu=0 runs may produce eval_count=512 with response_chars=0 — this is a model output quirk, not a crash.</a:t>
            </a:r>
            <a:endParaRPr lang="en-US" sz="2000" dirty="0"/>
          </a:p>
        </p:txBody>
      </p:sp>
      <p:sp>
        <p:nvSpPr>
          <p:cNvPr id="53" name="Text 46"/>
          <p:cNvSpPr/>
          <p:nvPr/>
        </p:nvSpPr>
        <p:spPr>
          <a:xfrm>
            <a:off x="15274481" y="20618243"/>
            <a:ext cx="141320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localization: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SIGSEGV occurred in ggml_backend_sched_graph_compute_async → computeBatch, after model load completed and runner started. This is a compute-phase failure, not an initialization failure.</a:t>
            </a:r>
            <a:endParaRPr lang="en-US" sz="2000" dirty="0"/>
          </a:p>
        </p:txBody>
      </p:sp>
      <p:sp>
        <p:nvSpPr>
          <p:cNvPr id="54" name="Shape 47"/>
          <p:cNvSpPr/>
          <p:nvPr/>
        </p:nvSpPr>
        <p:spPr>
          <a:xfrm>
            <a:off x="15091601" y="21532643"/>
            <a:ext cx="14497812" cy="329184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48"/>
          <p:cNvSpPr/>
          <p:nvPr/>
        </p:nvSpPr>
        <p:spPr>
          <a:xfrm>
            <a:off x="15274481" y="21624083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Diagnosis</a:t>
            </a:r>
            <a:endParaRPr lang="en-US" sz="2400" dirty="0"/>
          </a:p>
        </p:txBody>
      </p:sp>
      <p:graphicFrame>
        <p:nvGraphicFramePr>
          <p:cNvPr id="5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89225"/>
              </p:ext>
            </p:extLst>
          </p:nvPr>
        </p:nvGraphicFramePr>
        <p:xfrm>
          <a:off x="15274481" y="22127003"/>
          <a:ext cx="14132052" cy="2499360"/>
        </p:xfrm>
        <a:graphic>
          <a:graphicData uri="http://schemas.openxmlformats.org/drawingml/2006/table">
            <a:tbl>
              <a:tblPr/>
              <a:tblGrid>
                <a:gridCol w="3109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Hypothesis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Expected Evidence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Observed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Vega is generally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unusable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Both backends fail on same GPU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Contradicted: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ROCm/HIP succeeded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num_gpu means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GPU count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Failure implies multi-GPU entry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Contradicted: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</a:rPr>
                        <a:t>code trace = offloaded layers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Vulkan compute-path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65100"/>
                          </a:solidFill>
                        </a:rPr>
                        <a:t>instability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Load OK; crash after runner</a:t>
                      </a:r>
                      <a:endParaRPr lang="en-US" sz="2000" dirty="0"/>
                    </a:p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</a:rPr>
                        <a:t>start in compute stack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B71C1C"/>
                          </a:solidFill>
                        </a:rPr>
                        <a:t>MATCH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Shape 49"/>
          <p:cNvSpPr/>
          <p:nvPr/>
        </p:nvSpPr>
        <p:spPr>
          <a:xfrm>
            <a:off x="15091601" y="25007363"/>
            <a:ext cx="14497812" cy="237744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0"/>
          <p:cNvSpPr/>
          <p:nvPr/>
        </p:nvSpPr>
        <p:spPr>
          <a:xfrm>
            <a:off x="15274481" y="25098803"/>
            <a:ext cx="141320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gfx900 Still Works Sometimes</a:t>
            </a:r>
            <a:endParaRPr lang="en-US" sz="2400" dirty="0"/>
          </a:p>
        </p:txBody>
      </p:sp>
      <p:sp>
        <p:nvSpPr>
          <p:cNvPr id="59" name="Text 51"/>
          <p:cNvSpPr/>
          <p:nvPr/>
        </p:nvSpPr>
        <p:spPr>
          <a:xfrm>
            <a:off x="15274481" y="25601723"/>
            <a:ext cx="14132052" cy="16459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changelog says "no longer built by default" rather than "forbidden." In the local install, gfx900 hsaco artifacts and libggml-hip.so strings were verified present.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= unguaranteed and untested, not necessarily impossible.</a:t>
            </a:r>
            <a:endParaRPr lang="en-US" sz="2000" dirty="0"/>
          </a:p>
        </p:txBody>
      </p:sp>
      <p:sp>
        <p:nvSpPr>
          <p:cNvPr id="60" name="Shape 52"/>
          <p:cNvSpPr/>
          <p:nvPr/>
        </p:nvSpPr>
        <p:spPr>
          <a:xfrm>
            <a:off x="15091601" y="27567682"/>
            <a:ext cx="14497812" cy="2778205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3"/>
          <p:cNvSpPr/>
          <p:nvPr/>
        </p:nvSpPr>
        <p:spPr>
          <a:xfrm>
            <a:off x="15274481" y="27659123"/>
            <a:ext cx="141320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62" name="Text 54"/>
          <p:cNvSpPr/>
          <p:nvPr/>
        </p:nvSpPr>
        <p:spPr>
          <a:xfrm>
            <a:off x="15274481" y="28070602"/>
            <a:ext cx="14132052" cy="2778205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comparison used short fixed runs (1 epoch, 512 tokens) with a single model (qwen3.5:2b). Vulkan and ROCm Ollama versions differ (0.17.4 vs 0.17.5). tinyllama behaved differently from qwen3.5 on Vulkan, indicating model-dependent failure conditions. Results should not be generalized beyond this tested scope without further verification.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Multi-epoch stress tests, additional models (llm-jp, phi-3), ROCm version comparison (6.x vs 7.x), and GGML_CUDA_NO_PEER_COPY experiments to isolate offload-path failure mechanisms. Reproducibility infrastructure (workaround matrix with 15 documented cases) is available in the repo for community use.</a:t>
            </a:r>
            <a:endParaRPr lang="en-US" sz="2000" dirty="0"/>
          </a:p>
        </p:txBody>
      </p:sp>
      <p:sp>
        <p:nvSpPr>
          <p:cNvPr id="63" name="Shape 55"/>
          <p:cNvSpPr/>
          <p:nvPr/>
        </p:nvSpPr>
        <p:spPr>
          <a:xfrm>
            <a:off x="457200" y="34015680"/>
            <a:ext cx="29361384" cy="4572000"/>
          </a:xfrm>
          <a:prstGeom prst="rect">
            <a:avLst/>
          </a:prstGeom>
          <a:solidFill>
            <a:srgbClr val="F5F5F5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56"/>
          <p:cNvSpPr/>
          <p:nvPr/>
        </p:nvSpPr>
        <p:spPr>
          <a:xfrm>
            <a:off x="731520" y="34198560"/>
            <a:ext cx="822960" cy="82296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57"/>
          <p:cNvSpPr/>
          <p:nvPr/>
        </p:nvSpPr>
        <p:spPr>
          <a:xfrm>
            <a:off x="731520" y="34198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66" name="Text 58"/>
          <p:cNvSpPr/>
          <p:nvPr/>
        </p:nvSpPr>
        <p:spPr>
          <a:xfrm>
            <a:off x="1691640" y="34198560"/>
            <a:ext cx="2785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Takeaway &amp; Key Messages</a:t>
            </a:r>
            <a:endParaRPr lang="en-US" sz="3800" dirty="0"/>
          </a:p>
        </p:txBody>
      </p:sp>
      <p:sp>
        <p:nvSpPr>
          <p:cNvPr id="67" name="Shape 59"/>
          <p:cNvSpPr/>
          <p:nvPr/>
        </p:nvSpPr>
        <p:spPr>
          <a:xfrm>
            <a:off x="731520" y="3529584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0"/>
          <p:cNvSpPr/>
          <p:nvPr/>
        </p:nvSpPr>
        <p:spPr>
          <a:xfrm>
            <a:off x="731520" y="35295840"/>
            <a:ext cx="9421368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1"/>
          <p:cNvSpPr/>
          <p:nvPr/>
        </p:nvSpPr>
        <p:spPr>
          <a:xfrm>
            <a:off x="914400" y="3547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70" name="Text 62"/>
          <p:cNvSpPr/>
          <p:nvPr/>
        </p:nvSpPr>
        <p:spPr>
          <a:xfrm>
            <a:off x="1463040" y="3547872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Status ≠ Execution Reality</a:t>
            </a:r>
            <a:endParaRPr lang="en-US" sz="2600" dirty="0"/>
          </a:p>
        </p:txBody>
      </p:sp>
      <p:sp>
        <p:nvSpPr>
          <p:cNvPr id="71" name="Text 63"/>
          <p:cNvSpPr/>
          <p:nvPr/>
        </p:nvSpPr>
        <p:spPr>
          <a:xfrm>
            <a:off x="1005840" y="3611880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exclusion does not imply impossibility. Gate matrix shows 5 of 6 layers allow gfx900 execution. Residual code paths and shipped artifacts make partial execution possible.</a:t>
            </a:r>
            <a:endParaRPr lang="en-US" sz="2200" dirty="0"/>
          </a:p>
        </p:txBody>
      </p:sp>
      <p:sp>
        <p:nvSpPr>
          <p:cNvPr id="72" name="Shape 64"/>
          <p:cNvSpPr/>
          <p:nvPr/>
        </p:nvSpPr>
        <p:spPr>
          <a:xfrm>
            <a:off x="10427208" y="3529584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65"/>
          <p:cNvSpPr/>
          <p:nvPr/>
        </p:nvSpPr>
        <p:spPr>
          <a:xfrm>
            <a:off x="10427208" y="35295840"/>
            <a:ext cx="9421368" cy="73152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66"/>
          <p:cNvSpPr/>
          <p:nvPr/>
        </p:nvSpPr>
        <p:spPr>
          <a:xfrm>
            <a:off x="10610088" y="3547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75" name="Text 67"/>
          <p:cNvSpPr/>
          <p:nvPr/>
        </p:nvSpPr>
        <p:spPr>
          <a:xfrm>
            <a:off x="11158728" y="3547872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7A1"/>
                </a:solidFill>
                <a:latin typeface="Arial" panose="020B0604020202020204" pitchFamily="34" charset="0"/>
                <a:ea typeface="Arial" pitchFamily="34" charset="-122"/>
                <a:cs typeface="Arial" pitchFamily="34" charset="-120"/>
              </a:rPr>
              <a:t>Backend Choice Dominates</a:t>
            </a:r>
            <a:endParaRPr lang="en-US" sz="2600" dirty="0"/>
          </a:p>
        </p:txBody>
      </p:sp>
      <p:sp>
        <p:nvSpPr>
          <p:cNvPr id="76" name="Text 68"/>
          <p:cNvSpPr/>
          <p:nvPr/>
        </p:nvSpPr>
        <p:spPr>
          <a:xfrm>
            <a:off x="10701528" y="3611880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Vega device with qwen3.5:2b, ROCm/HIP passed all num_gpu conditions within tested scope. Vulkan failed when num_gpu&gt;=1 (GPU offload active). Failure is backend-specific, not architecture-wide. Model dependency (tinyllama vs qwen) exists.</a:t>
            </a:r>
            <a:endParaRPr lang="en-US" sz="2200" dirty="0"/>
          </a:p>
        </p:txBody>
      </p:sp>
      <p:sp>
        <p:nvSpPr>
          <p:cNvPr id="77" name="Shape 69"/>
          <p:cNvSpPr/>
          <p:nvPr/>
        </p:nvSpPr>
        <p:spPr>
          <a:xfrm>
            <a:off x="20122896" y="35295840"/>
            <a:ext cx="9421368" cy="2926080"/>
          </a:xfrm>
          <a:prstGeom prst="rect">
            <a:avLst/>
          </a:prstGeom>
          <a:solidFill>
            <a:srgbClr val="EEEEEE"/>
          </a:solidFill>
          <a:ln/>
          <a:effectLst>
            <a:outerShdw blurRad="254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8" name="Shape 70"/>
          <p:cNvSpPr/>
          <p:nvPr/>
        </p:nvSpPr>
        <p:spPr>
          <a:xfrm>
            <a:off x="20122896" y="35295840"/>
            <a:ext cx="9421368" cy="7315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1"/>
          <p:cNvSpPr/>
          <p:nvPr/>
        </p:nvSpPr>
        <p:spPr>
          <a:xfrm>
            <a:off x="20305776" y="3547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80" name="Text 72"/>
          <p:cNvSpPr/>
          <p:nvPr/>
        </p:nvSpPr>
        <p:spPr>
          <a:xfrm>
            <a:off x="20854416" y="35478720"/>
            <a:ext cx="8506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Before Claims</a:t>
            </a:r>
            <a:endParaRPr lang="en-US" sz="2600" dirty="0"/>
          </a:p>
        </p:txBody>
      </p:sp>
      <p:sp>
        <p:nvSpPr>
          <p:cNvPr id="81" name="Text 73"/>
          <p:cNvSpPr/>
          <p:nvPr/>
        </p:nvSpPr>
        <p:spPr>
          <a:xfrm>
            <a:off x="20397216" y="36118800"/>
            <a:ext cx="8872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claims backed by specific run_ids and code traces. Key runs: run_20260307_012643 (ROCm qwen), run_20260307_013050 (Vulkan qwen), run_20260307_003423 (tinyllama 20/20 OK). Gate matrix and workaround matrix (15 cases) in repo.</a:t>
            </a:r>
            <a:endParaRPr lang="en-US" sz="2200" dirty="0"/>
          </a:p>
        </p:txBody>
      </p:sp>
      <p:sp>
        <p:nvSpPr>
          <p:cNvPr id="82" name="Text 74"/>
          <p:cNvSpPr/>
          <p:nvPr/>
        </p:nvSpPr>
        <p:spPr>
          <a:xfrm>
            <a:off x="365760" y="41548858"/>
            <a:ext cx="29361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≠ Impossible.  |  Legacy ≠ Poor.  |  Backend choice matters.</a:t>
            </a:r>
            <a:endParaRPr lang="en-US"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1590</Words>
  <Application>Microsoft Macintosh PowerPoint</Application>
  <PresentationFormat>ユーザー設定</PresentationFormat>
  <Paragraphs>180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Backend-Dependent Stability on Legacy HBM GPUs</dc:title>
  <dc:subject>PptxGenJS Presentation</dc:subject>
  <dc:creator>Akira Ito</dc:creator>
  <cp:lastModifiedBy>あきら 伊藤</cp:lastModifiedBy>
  <cp:revision>4</cp:revision>
  <dcterms:created xsi:type="dcterms:W3CDTF">2026-03-08T04:26:18Z</dcterms:created>
  <dcterms:modified xsi:type="dcterms:W3CDTF">2026-03-08T06:58:21Z</dcterms:modified>
</cp:coreProperties>
</file>